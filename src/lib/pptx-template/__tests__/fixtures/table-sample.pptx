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2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2" Type="http://schemas.openxmlformats.org/officeDocument/2006/relationships/slide" Target="slides/slide1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23" Type="http://schemas.openxmlformats.org/officeDocument/2006/relationships/tableStyles" Target="tableStyles.xml"/><Relationship Id="rId19" Type="http://schemas.openxmlformats.org/officeDocument/2006/relationships/notesMaster" Target="notesMasters/notesMaster1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75327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a"/>
          <p:cNvSpPr/>
          <p:nvPr/>
        </p:nvSpPr>
        <p:spPr>
          <a:xfrm>
            <a:off x="914400" y="914400"/>
            <a:ext cx="883920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sv-SE" sz="1800" dirty="0"/>
              <a:t>Denna presentation beskriver vårt erbjudande, genomförandeplan och relevanta referensuppdrag för det aktuella uppdraget.</a:t>
            </a:r>
            <a:endParaRPr lang="sv-SE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Kravmatris"/>
          <p:cNvGraphicFramePr>
            <a:graphicFrameLocks noGrp="1"/>
          </p:cNvGraphicFramePr>
          <p:nvPr/>
        </p:nvGraphicFramePr>
        <p:xfrm>
          <a:off x="914400" y="1500000"/>
          <a:ext cx="883920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524000"/>
                <a:gridCol w="1828800"/>
                <a:gridCol w="914400"/>
              </a:tblGrid>
              <a:tr h="370840">
                <a:tc>
                  <a:txBody>
                    <a:bodyPr/>
                    <a:lstStyle/>
                    <a:p>
                      <a:r>
                        <a:rPr lang="sv-SE" b="1" dirty="0"/>
                        <a:t>Krav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b="1" dirty="0"/>
                        <a:t>Uppfyllnad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b="1" dirty="0"/>
                        <a:t>Referens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b="1" dirty="0"/>
                        <a:t>Status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sv-SE" dirty="0"/>
                        <a:t>Minst 5 års erfarenhet av strategisk rådgivning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dirty="0"/>
                        <a:t>Uppfylls, se bilaga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dirty="0"/>
                        <a:t>Bilaga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dirty="0"/>
                        <a:t>Uppfyllt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1524</Words>
  <Application>Microsoft Office PowerPoint</Application>
  <PresentationFormat>Anpassad</PresentationFormat>
  <Paragraphs>433</Paragraphs>
  <Slides>17</Slides>
  <Notes>17</Notes>
  <HiddenSlides>0</HiddenSlides>
  <MMClips>0</MMClips>
  <ScaleCrop>false</ScaleCrop>
  <HeadingPairs>
    <vt:vector size="6" baseType="variant">
      <vt:variant>
        <vt:lpstr>Använt teckensnitt</vt:lpstr>
      </vt:variant>
      <vt:variant>
        <vt:i4>4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17</vt:i4>
      </vt:variant>
    </vt:vector>
  </HeadingPairs>
  <TitlesOfParts>
    <vt:vector size="22" baseType="lpstr">
      <vt:lpstr>-apple-system</vt:lpstr>
      <vt:lpstr>Arial</vt:lpstr>
      <vt:lpstr>IBM Plex Mono</vt:lpstr>
      <vt:lpstr>IBM Plex Sans</vt:lpstr>
      <vt:lpstr>Office Theme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Stefan Edgren</cp:lastModifiedBy>
  <cp:revision>6</cp:revision>
  <dcterms:created xsi:type="dcterms:W3CDTF">2026-04-19T07:25:46Z</dcterms:created>
  <dcterms:modified xsi:type="dcterms:W3CDTF">2026-04-25T20:06:19Z</dcterms:modified>
</cp:coreProperties>
</file>